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Spam Detection System</a:t>
            </a:r>
          </a:p>
          <a:p>
            <a:pPr>
              <a:defRPr sz="1300">
                <a:solidFill>
                  <a:srgbClr val="B4BECD"/>
                </a:solidFill>
              </a:defRPr>
            </a:pPr>
            <a:r>
              <a:t>Machine Learning Based Email/SMS Spam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Final Year Mini Project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Secure Authentication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Real-time Spam Detection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Prediction History</a:t>
            </a:r>
          </a:p>
        </p:txBody>
      </p:sp>
      <p:pic>
        <p:nvPicPr>
          <p:cNvPr id="5" name="Picture 4" descr="Screenshot 2026-07-24 0011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4937760" cy="25591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Problem Statement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Objectives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System Architecture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Technology Stack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Workflow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Application Screens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Model Performance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Future Scope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Spam messages waste time and may cause fraud.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Automatically classify Email/SMS.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Provide confidence score.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Maintain prediction history.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Easy-to-use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103120"/>
            <a:ext cx="1645920" cy="9144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5"/>
                </a:solidFill>
              </a:defRPr>
            </a:pPr>
            <a:r>
              <a:t>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23317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5F5F5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2103120"/>
            <a:ext cx="1645920" cy="9144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5"/>
                </a:solidFill>
              </a:defRPr>
            </a:pPr>
            <a:r>
              <a:t>Frontend</a:t>
            </a:r>
          </a:p>
          <a:p>
            <a:pPr algn="ctr">
              <a:defRPr sz="1600" b="1">
                <a:solidFill>
                  <a:srgbClr val="F5F5F5"/>
                </a:solidFill>
              </a:defRPr>
            </a:pPr>
            <a:r>
              <a:t>HTML/CSS/JS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23317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5F5F5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1645920" cy="9144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5"/>
                </a:solidFill>
              </a:defRPr>
            </a:pPr>
            <a:r>
              <a:t>Flask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3317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5F5F5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103120"/>
            <a:ext cx="1645920" cy="9144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5"/>
                </a:solidFill>
              </a:defRPr>
            </a:pPr>
            <a:r>
              <a:t>ML Model</a:t>
            </a:r>
          </a:p>
          <a:p>
            <a:pPr algn="ctr">
              <a:defRPr sz="1600" b="1">
                <a:solidFill>
                  <a:srgbClr val="F5F5F5"/>
                </a:solidFill>
              </a:defRPr>
            </a:pPr>
            <a:r>
              <a:t>(NLP+Classifier)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3317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5F5F5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103120"/>
            <a:ext cx="1645920" cy="914400"/>
          </a:xfrm>
          <a:prstGeom prst="roundRect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5F5"/>
                </a:solidFill>
              </a:defRPr>
            </a:pPr>
            <a:r>
              <a:t>SQLite 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Frontend: HTML5, CSS3, JavaScript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Backend: Python + Flask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Machine Learning: Scikit-learn, NLP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Database: SQLite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Version Control: Git &amp;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Working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Login/Register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Enter Email or SMS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Text Preprocessing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Feature Extraction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Prediction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Display Confidence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Save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Login Screen</a:t>
            </a:r>
          </a:p>
        </p:txBody>
      </p:sp>
      <p:pic>
        <p:nvPicPr>
          <p:cNvPr id="4" name="Picture 3" descr="Screenshot 2026-07-24 001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10789920" cy="5542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Register Screen</a:t>
            </a:r>
          </a:p>
        </p:txBody>
      </p:sp>
      <p:pic>
        <p:nvPicPr>
          <p:cNvPr id="4" name="Picture 3" descr="Screenshot 2026-07-24 0011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10789920" cy="55761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Prediction Screen</a:t>
            </a:r>
          </a:p>
        </p:txBody>
      </p:sp>
      <p:pic>
        <p:nvPicPr>
          <p:cNvPr id="4" name="Picture 3" descr="Screenshot 2026-07-24 0011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10789920" cy="55922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History Screen</a:t>
            </a:r>
          </a:p>
        </p:txBody>
      </p:sp>
      <p:pic>
        <p:nvPicPr>
          <p:cNvPr id="4" name="Picture 3" descr="Screenshot 2026-07-24 0012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10789920" cy="55956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Machine Learning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Dataset: Labeled Spam/Ham messages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Preprocessing: Lowercase, Tokenization, Stop-word Removal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Vectorization: TF-IDF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Classifier: Naive Bayes / ML Classifier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Output: Spam / Not Spam + Confidence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Fast prediction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Confidence score for every message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User-wise prediction history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Scalable Flask backend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Deep Learning integration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Multi-language support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Email API integration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Live phishing detection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Cloud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GitHub &amp;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029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5F5F5"/>
                </a:solidFill>
              </a:defRPr>
            </a:pPr>
            <a:r>
              <a:t>• Frontend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Backend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Model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Database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README &amp; Documentation</a:t>
            </a:r>
          </a:p>
          <a:p>
            <a:pPr>
              <a:defRPr sz="2000">
                <a:solidFill>
                  <a:srgbClr val="F5F5F5"/>
                </a:solidFill>
              </a:defRPr>
            </a:pPr>
            <a:r>
              <a:t>• Version Control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9456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5F5F5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